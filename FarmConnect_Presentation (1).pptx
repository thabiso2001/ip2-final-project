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92" y="-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4313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C5F2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PROGRAMMING 2  •  </a:t>
            </a:r>
            <a:r>
              <a:rPr lang="en-US" sz="1400" b="1" kern="0" spc="200" dirty="0" smtClean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ITNP200/ITPR200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FarmConnect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marketplace connecting South African farmers directly to buyers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Mangosuthu University of Technology — Department of ICT</a:t>
            </a:r>
            <a:endParaRPr lang="en-US" sz="1300" dirty="0"/>
          </a:p>
        </p:txBody>
      </p:sp>
      <p:sp>
        <p:nvSpPr>
          <p:cNvPr id="10" name="TextBox 9"/>
          <p:cNvSpPr txBox="1"/>
          <p:nvPr/>
        </p:nvSpPr>
        <p:spPr>
          <a:xfrm>
            <a:off x="8961120" y="4810539"/>
            <a:ext cx="28729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OR MNYAYI- 22328534</a:t>
            </a:r>
          </a:p>
          <a:p>
            <a:r>
              <a:rPr lang="en-ZA" dirty="0">
                <a:solidFill>
                  <a:schemeClr val="bg1"/>
                </a:solidFill>
              </a:rPr>
              <a:t>XULU OS- 22222778</a:t>
            </a:r>
          </a:p>
          <a:p>
            <a:r>
              <a:rPr lang="en-ZA" dirty="0">
                <a:solidFill>
                  <a:schemeClr val="bg1"/>
                </a:solidFill>
              </a:rPr>
              <a:t>MR TV MANQELE- 22304903</a:t>
            </a:r>
          </a:p>
          <a:p>
            <a:r>
              <a:rPr lang="en-ZA" dirty="0">
                <a:solidFill>
                  <a:schemeClr val="bg1"/>
                </a:solidFill>
              </a:rPr>
              <a:t>M </a:t>
            </a:r>
            <a:r>
              <a:rPr lang="en-ZA" dirty="0" err="1">
                <a:solidFill>
                  <a:schemeClr val="bg1"/>
                </a:solidFill>
              </a:rPr>
              <a:t>Ntshangase</a:t>
            </a:r>
            <a:r>
              <a:rPr lang="en-ZA" dirty="0">
                <a:solidFill>
                  <a:schemeClr val="bg1"/>
                </a:solidFill>
              </a:rPr>
              <a:t>- 22341705</a:t>
            </a:r>
          </a:p>
          <a:p>
            <a:r>
              <a:rPr lang="en-ZA" dirty="0">
                <a:solidFill>
                  <a:schemeClr val="bg1"/>
                </a:solidFill>
              </a:rPr>
              <a:t>SV HLONGWANE- 21404935</a:t>
            </a:r>
          </a:p>
          <a:p>
            <a:endParaRPr lang="en-Z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 and buyers are disconnected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7E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income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take a large share of farmers' margins before produce reaches buyers.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7E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reach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Small-scale farmers rely on word-of-mouth and cannot access buyers beyond their locality.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7E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2860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Wasted produce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7033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stock spoils when farmers cannot sell it quickly enough to a wider market.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small-scale &amp; emerging farmers · households, traders and small retailers · rural local economies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two-sided marketplace built for the SA farming context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9728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 Dashboard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38912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list produce, manage stock and view incoming orders.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09728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918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Marketplace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89120" y="3291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 live catalogue, build a cart, checkout, and track orders.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09728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6634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FarmBot Assistant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389120" y="4663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AI-driven guidance on crop pest &amp; disease symptoms.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" y="21031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2396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(Fetch API)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7932" y="2697480"/>
            <a:ext cx="384048" cy="36576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4448556" y="21031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448556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31436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REST routes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6972" y="2697480"/>
            <a:ext cx="384048" cy="36576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8197596" y="21031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B3A1D"/>
          </a:solidFill>
          <a:ln/>
        </p:spPr>
      </p:sp>
      <p:sp>
        <p:nvSpPr>
          <p:cNvPr id="13" name="Text 11"/>
          <p:cNvSpPr/>
          <p:nvPr/>
        </p:nvSpPr>
        <p:spPr>
          <a:xfrm>
            <a:off x="8197596" y="2240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80476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(mysql2) · CRUD operations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" y="4114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FarmBot (intelligent layer)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6716" y="46634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symptom matching sits inside the backend, giving farmers instant crop-health guidance without leaving the platform.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choices &amp; justification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3200400"/>
                <a:gridCol w="5486400"/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HTML / CSS / JS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Lightweight, dependency-free, full control over responsive UX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Node.js + Express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Non-blocking I/O for concurrent farmer/buyer traffic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MySQL (mysql2)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Relational structure fits clearly related entities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Intelligence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Rule-based NLP logic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Fast, explainable matching for symptom-to-diagnosis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RESTful API design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950208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  <a:gridCol w="4114800"/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/api/products/all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available produce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/api/orders/create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a new order at checkout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/api/products/:id/quantity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remaining stock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/api/products/:id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listing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/api/orders/farmer/:id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Farmer's incoming orders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endpoints in total, covering authentication, products, profiles and orders — full CRUD across every core resource.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purpose-built, responsive journeys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E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 Journey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2552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8587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 &amp; stock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4622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update orders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506577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E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28800"/>
            <a:ext cx="539496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8288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 Journey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2651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32552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 catalogue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38587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4622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506577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history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530352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farmer_id (PK)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email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password, location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920240"/>
            <a:ext cx="530352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20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 (PK)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farmer_id (FK)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0" y="330098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price, qty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06240"/>
            <a:ext cx="530352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06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buyer_id (PK)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193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email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558698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password, contact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420624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4206240"/>
            <a:ext cx="530352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206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7512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(PK)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75120" y="5193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buyer_id / farmer_id (FK)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75120" y="558698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items, status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852160" y="283464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3749040"/>
            <a:ext cx="0" cy="45720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0" y="3749040"/>
            <a:ext cx="0" cy="45720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512064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FarmBot — AI farming assistant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234D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describes symptoms in plain language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scans a curated pest &amp; disease knowledge base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Best-match condition returned with description and guidance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50292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general advice if no confident match is found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diagnosis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26974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tomato leaves have dark spots with rings around them”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429000"/>
            <a:ext cx="73152" cy="1463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4290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 detected
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fungal disease causing dark brown spots with concentric rings on lower leaves. Recommended: remove affected leaves and improve airflow.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52120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real value beyond a basic listing app — protecting yield directly supports farmer income.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BB9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DEPLOYMENT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production readiness in mind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E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148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SQL queries (no injection)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63931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input validation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35254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farmer / buyer auth flows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506577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error handling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E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1488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2148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hardening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92608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63931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session tokens (JWT)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435254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security headers (helmet)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506577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on auth routes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on GitHub, single Node.js entry point, dependency manifest ready for any Node-compatible host.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CREATIVITY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FarmConnect apart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4F7E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945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Local-first framing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specifically around the realities of small-scale South African farming, not a generic template.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2C5F2D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21945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Dual-dashboard parity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3440" y="28803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buyers treated as equally important users with purpose-built, distinct journeys.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4F7E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21945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intelligence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8200" y="288036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FarmBot lives inside the farmer's own workflow rather than bolted on as a separate tool.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 &amp; 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student project to sustainable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one schema that serves two very different user roles cleanly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orders consistent across both farmer and buyer dashboards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API contract before frontend code saved major rework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Sustainability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farmer cooperatives region by region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31089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commission on completed orders as revenue model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37490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notifications for low-connectivity farmers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43891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AF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FarmBot into image-based disease detection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1064240" cy="0"/>
          </a:xfrm>
          <a:prstGeom prst="line">
            <a:avLst/>
          </a:prstGeom>
          <a:noFill/>
          <a:ln w="12700">
            <a:solidFill>
              <a:srgbClr val="3A5D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FarmConnect: a full-stack solution to a real South African problem.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BB9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748</Words>
  <Application>Microsoft Office PowerPoint</Application>
  <PresentationFormat>Widescreen</PresentationFormat>
  <Paragraphs>177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FarmConnect — Project Presentation</dc:title>
  <dc:subject>PptxGenJS Presentation</dc:subject>
  <dc:creator>Olwethu Mnyayi</dc:creator>
  <cp:lastModifiedBy>OLWETHU RETHABILE</cp:lastModifiedBy>
  <cp:revision>3</cp:revision>
  <dcterms:created xsi:type="dcterms:W3CDTF">2026-06-25T08:18:45Z</dcterms:created>
  <dcterms:modified xsi:type="dcterms:W3CDTF">2026-06-24T21:56:52Z</dcterms:modified>
</cp:coreProperties>
</file>